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8" r:id="rId2"/>
    <p:sldMasterId id="2147483696" r:id="rId3"/>
    <p:sldMasterId id="214748371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99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08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835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24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09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099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541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982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51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614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39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2600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70833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891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1634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08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8663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620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18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116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6509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5562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9269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43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3909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310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3212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948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9936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02570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7221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4509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1218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3419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9857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6792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3791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016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118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7433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7925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11327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8669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428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6830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85804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297394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92909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16565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481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94132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17834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756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27083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86418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381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0877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4137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97727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11827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33937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4743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0351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164714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53460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62122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9656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1281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22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21" Type="http://schemas.openxmlformats.org/officeDocument/2006/relationships/image" Target="../media/image8.png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Relationship Id="rId22" Type="http://schemas.openxmlformats.org/officeDocument/2006/relationships/image" Target="../media/image9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21" Type="http://schemas.openxmlformats.org/officeDocument/2006/relationships/image" Target="../media/image12.png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19" Type="http://schemas.openxmlformats.org/officeDocument/2006/relationships/image" Target="../media/image10.pn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Relationship Id="rId22" Type="http://schemas.openxmlformats.org/officeDocument/2006/relationships/image" Target="../media/image1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54.xml"/><Relationship Id="rId21" Type="http://schemas.openxmlformats.org/officeDocument/2006/relationships/image" Target="../media/image16.png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19" Type="http://schemas.openxmlformats.org/officeDocument/2006/relationships/image" Target="../media/image14.png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Relationship Id="rId22" Type="http://schemas.openxmlformats.org/officeDocument/2006/relationships/image" Target="../media/image1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372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960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3396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431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107899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TASKFLOW</a:t>
            </a:r>
          </a:p>
          <a:p>
            <a:pPr algn="ctr">
              <a:defRPr sz="2700"/>
            </a:pPr>
            <a:r>
              <a:t>Full Stack Task Management Web Application</a:t>
            </a:r>
          </a:p>
          <a:p>
            <a:pPr algn="ctr">
              <a:defRPr sz="1800"/>
            </a:pPr>
            <a:r>
              <a:t>Minor Project – Full Stack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8503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Krushna Manthalkar</a:t>
            </a:r>
          </a:p>
          <a:p>
            <a:pPr algn="ctr">
              <a:defRPr sz="1800"/>
            </a:pPr>
            <a:r>
              <a:t>Individual Minor Project</a:t>
            </a:r>
          </a:p>
          <a:p>
            <a:pPr algn="ctr">
              <a:defRPr sz="1800"/>
            </a:pPr>
            <a:r>
              <a:t>Quillance | 7-Day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TaskFlow is a database-backed web application for managing daily tasks.</a:t>
            </a:r>
          </a:p>
          <a:p>
            <a:pPr>
              <a:spcAft>
                <a:spcPts val="1000"/>
              </a:spcAft>
              <a:defRPr sz="2000"/>
            </a:pPr>
            <a:r>
              <a:t>Users can register, log in, create tasks, edit them, delete them, and track status.</a:t>
            </a:r>
          </a:p>
          <a:p>
            <a:pPr>
              <a:spcAft>
                <a:spcPts val="1000"/>
              </a:spcAft>
              <a:defRPr sz="2000"/>
            </a:pPr>
            <a:r>
              <a:t>Tasks support title, description, due date, priority, and category.</a:t>
            </a:r>
          </a:p>
          <a:p>
            <a:pPr>
              <a:spcAft>
                <a:spcPts val="1000"/>
              </a:spcAft>
              <a:defRPr sz="2000"/>
            </a:pPr>
            <a:r>
              <a:t>A dashboard provides counters, progress, search, and filtering.</a:t>
            </a:r>
          </a:p>
          <a:p>
            <a:pPr>
              <a:spcAft>
                <a:spcPts val="1000"/>
              </a:spcAft>
              <a:defRPr sz="2000"/>
            </a:pPr>
            <a:r>
              <a:t>Application flow: UI → Frontend → API → Backend → Database → Response.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Problem: Unstructured task tracking makes it difficult to monitor pending work, completion, priorities, and due dates.</a:t>
            </a:r>
          </a:p>
          <a:p>
            <a:pPr>
              <a:spcAft>
                <a:spcPts val="1000"/>
              </a:spcAft>
              <a:defRPr sz="2000"/>
            </a:pPr>
            <a:r>
              <a:t>Objective: Build a functional full-stack application that demonstrates frontend, backend, API, database, authentication, and application logic.</a:t>
            </a:r>
          </a:p>
          <a:p>
            <a:pPr>
              <a:spcAft>
                <a:spcPts val="1000"/>
              </a:spcAft>
              <a:defRPr sz="2000"/>
            </a:pPr>
            <a:r>
              <a:t>Provide a clean dashboard for organizing and tracking tasks.</a:t>
            </a:r>
          </a:p>
          <a:p>
            <a:pPr>
              <a:spcAft>
                <a:spcPts val="1000"/>
              </a:spcAft>
              <a:defRPr sz="2000"/>
            </a:pPr>
            <a:r>
              <a:t>Demonstrate complete CRUD communication between frontend, server, and database.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User registration and login with JWT authentication</a:t>
            </a:r>
          </a:p>
          <a:p>
            <a:pPr>
              <a:spcAft>
                <a:spcPts val="1000"/>
              </a:spcAft>
              <a:defRPr sz="2000"/>
            </a:pPr>
            <a:r>
              <a:t>Create, view, edit, and delete tasks</a:t>
            </a:r>
          </a:p>
          <a:p>
            <a:pPr>
              <a:spcAft>
                <a:spcPts val="1000"/>
              </a:spcAft>
              <a:defRPr sz="2000"/>
            </a:pPr>
            <a:r>
              <a:t>Pending / Completed status</a:t>
            </a:r>
          </a:p>
          <a:p>
            <a:pPr>
              <a:spcAft>
                <a:spcPts val="1000"/>
              </a:spcAft>
              <a:defRPr sz="2000"/>
            </a:pPr>
            <a:r>
              <a:t>Due dates, Low / Medium / High priority, and categories</a:t>
            </a:r>
          </a:p>
          <a:p>
            <a:pPr>
              <a:spcAft>
                <a:spcPts val="1000"/>
              </a:spcAft>
              <a:defRPr sz="2000"/>
            </a:pPr>
            <a:r>
              <a:t>Dashboard counters and completion progress</a:t>
            </a:r>
          </a:p>
          <a:p>
            <a:pPr>
              <a:spcAft>
                <a:spcPts val="1000"/>
              </a:spcAft>
              <a:defRPr sz="2000"/>
            </a:pPr>
            <a:r>
              <a:t>Search and status/priority filters</a:t>
            </a:r>
          </a:p>
          <a:p>
            <a:pPr>
              <a:spcAft>
                <a:spcPts val="1000"/>
              </a:spcAft>
              <a:defRPr sz="2000"/>
            </a:pPr>
            <a:r>
              <a:t>Responsive desktop, tablet, and mobile interface</a:t>
            </a:r>
          </a:p>
          <a:p>
            <a:pPr>
              <a:spcAft>
                <a:spcPts val="1000"/>
              </a:spcAft>
              <a:defRPr sz="2000"/>
            </a:pPr>
            <a:r>
              <a:t>Logout and protected task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Frontend: HTML5, CSS3, JavaScript, Bootstrap 5</a:t>
            </a:r>
          </a:p>
          <a:p>
            <a:pPr>
              <a:spcAft>
                <a:spcPts val="1000"/>
              </a:spcAft>
              <a:defRPr sz="2000"/>
            </a:pPr>
            <a:r>
              <a:t>Backend: Node.js and Express.js</a:t>
            </a:r>
          </a:p>
          <a:p>
            <a:pPr>
              <a:spcAft>
                <a:spcPts val="1000"/>
              </a:spcAft>
              <a:defRPr sz="2000"/>
            </a:pPr>
            <a:r>
              <a:t>Database: MongoDB Atlas</a:t>
            </a:r>
          </a:p>
          <a:p>
            <a:pPr>
              <a:spcAft>
                <a:spcPts val="1000"/>
              </a:spcAft>
              <a:defRPr sz="2000"/>
            </a:pPr>
            <a:r>
              <a:t>ODM: Mongoose</a:t>
            </a:r>
          </a:p>
          <a:p>
            <a:pPr>
              <a:spcAft>
                <a:spcPts val="1000"/>
              </a:spcAft>
              <a:defRPr sz="2000"/>
            </a:pPr>
            <a:r>
              <a:t>Authentication &amp; Security: JWT and bcryptjs</a:t>
            </a:r>
          </a:p>
          <a:p>
            <a:pPr>
              <a:spcAft>
                <a:spcPts val="1000"/>
              </a:spcAft>
              <a:defRPr sz="2000"/>
            </a:pPr>
            <a:r>
              <a:t>Supporting tools: CORS, dotenv</a:t>
            </a:r>
          </a:p>
          <a:p>
            <a:pPr>
              <a:spcAft>
                <a:spcPts val="1000"/>
              </a:spcAft>
              <a:defRPr sz="2000"/>
            </a:pPr>
            <a:r>
              <a:t>Development &amp; Testing: Visual Studio Code, Thunder Client</a:t>
            </a:r>
          </a:p>
          <a:p>
            <a:pPr>
              <a:spcAft>
                <a:spcPts val="1000"/>
              </a:spcAft>
              <a:defRPr sz="2000"/>
            </a:pPr>
            <a:r>
              <a:t>Version Control: Git and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468880"/>
            <a:ext cx="182880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Frontend</a:t>
            </a:r>
          </a:p>
          <a:p>
            <a:pPr algn="ctr">
              <a:defRPr sz="1500"/>
            </a:pPr>
            <a:r>
              <a:t>HTML + CSS + JS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71800" y="2468880"/>
            <a:ext cx="182880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REST API</a:t>
            </a:r>
          </a:p>
          <a:p>
            <a:pPr algn="ctr">
              <a:defRPr sz="1500"/>
            </a:pPr>
            <a:r>
              <a:t>Express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2468880"/>
            <a:ext cx="182880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JWT Auth</a:t>
            </a:r>
          </a:p>
          <a:p>
            <a:pPr algn="ctr">
              <a:defRPr sz="1500"/>
            </a:pPr>
            <a:r>
              <a:t>Middleware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2468880"/>
            <a:ext cx="182880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Mongoose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2468880"/>
            <a:ext cx="182880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MongoDB</a:t>
            </a:r>
          </a:p>
          <a:p>
            <a:pPr algn="ctr">
              <a:defRPr sz="1500"/>
            </a:pPr>
            <a:r>
              <a:t>Atlas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95728" y="2788920"/>
            <a:ext cx="50292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4818888" y="2788920"/>
            <a:ext cx="50292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7242048" y="2788920"/>
            <a:ext cx="50292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9582912" y="2788920"/>
            <a:ext cx="50292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0" y="429768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Response → Updated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Authentication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Registration stores user information in MongoDB with a hashed password.</a:t>
            </a:r>
          </a:p>
          <a:p>
            <a:pPr>
              <a:spcAft>
                <a:spcPts val="1000"/>
              </a:spcAft>
              <a:defRPr sz="2000"/>
            </a:pPr>
            <a:r>
              <a:t>Login verifies credentials and generates a JWT token.</a:t>
            </a:r>
          </a:p>
          <a:p>
            <a:pPr>
              <a:spcAft>
                <a:spcPts val="1000"/>
              </a:spcAft>
              <a:defRPr sz="2000"/>
            </a:pPr>
            <a:r>
              <a:t>Protected task requests send the token using the Authorization header.</a:t>
            </a:r>
          </a:p>
          <a:p>
            <a:pPr>
              <a:spcAft>
                <a:spcPts val="1000"/>
              </a:spcAft>
              <a:defRPr sz="2000"/>
            </a:pPr>
            <a:r>
              <a:t>Authentication middleware verifies the token and identifies the user.</a:t>
            </a:r>
          </a:p>
          <a:p>
            <a:pPr>
              <a:spcAft>
                <a:spcPts val="1000"/>
              </a:spcAft>
              <a:defRPr sz="2000"/>
            </a:pPr>
            <a:r>
              <a:t>Task APIs operate on the authenticated user's own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CRUD Operations &amp;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CREATE — POST /api/tasks — Add a new task</a:t>
            </a:r>
          </a:p>
          <a:p>
            <a:pPr>
              <a:spcAft>
                <a:spcPts val="1000"/>
              </a:spcAft>
              <a:defRPr sz="1900"/>
            </a:pPr>
            <a:r>
              <a:t>READ — GET /api/tasks — Retrieve the logged-in user's tasks</a:t>
            </a:r>
          </a:p>
          <a:p>
            <a:pPr>
              <a:spcAft>
                <a:spcPts val="1000"/>
              </a:spcAft>
              <a:defRPr sz="1900"/>
            </a:pPr>
            <a:r>
              <a:t>UPDATE — PUT /api/tasks/:id — Edit task details or status</a:t>
            </a:r>
          </a:p>
          <a:p>
            <a:pPr>
              <a:spcAft>
                <a:spcPts val="1000"/>
              </a:spcAft>
              <a:defRPr sz="1900"/>
            </a:pPr>
            <a:r>
              <a:t>DELETE — DELETE /api/tasks/:id — Remove a task</a:t>
            </a:r>
          </a:p>
          <a:p>
            <a:pPr>
              <a:spcAft>
                <a:spcPts val="1000"/>
              </a:spcAft>
              <a:defRPr sz="1900"/>
            </a:pPr>
            <a:r>
              <a:t>Authentication — POST /api/auth/register and POST /api/auth/login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User data: name, email, hashed password, timestamps.</a:t>
            </a:r>
          </a:p>
          <a:p>
            <a:pPr>
              <a:spcAft>
                <a:spcPts val="1000"/>
              </a:spcAft>
              <a:defRPr sz="2000"/>
            </a:pPr>
            <a:r>
              <a:t>Task data: userId, title, description, dueDate, status, priority, category, timestamps.</a:t>
            </a:r>
          </a:p>
          <a:p>
            <a:pPr>
              <a:spcAft>
                <a:spcPts val="1000"/>
              </a:spcAft>
              <a:defRPr sz="2000"/>
            </a:pPr>
            <a:r>
              <a:t>Each task is associated with its owner through userId.</a:t>
            </a:r>
          </a:p>
          <a:p>
            <a:pPr>
              <a:spcAft>
                <a:spcPts val="1000"/>
              </a:spcAft>
              <a:defRPr sz="2000"/>
            </a:pPr>
            <a:r>
              <a:t>MongoDB Atlas is used for persistent storage.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Dashboard &amp; Task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Dashboard counters: Total Tasks, Pending, Completed, and High Priority.</a:t>
            </a:r>
          </a:p>
          <a:p>
            <a:pPr>
              <a:spcAft>
                <a:spcPts val="1000"/>
              </a:spcAft>
              <a:defRPr sz="2000"/>
            </a:pPr>
            <a:r>
              <a:t>Completion progress gives a quick view of task status.</a:t>
            </a:r>
          </a:p>
          <a:p>
            <a:pPr>
              <a:spcAft>
                <a:spcPts val="1000"/>
              </a:spcAft>
              <a:defRPr sz="2000"/>
            </a:pPr>
            <a:r>
              <a:t>Search helps locate tasks quickly.</a:t>
            </a:r>
          </a:p>
          <a:p>
            <a:pPr>
              <a:spcAft>
                <a:spcPts val="1000"/>
              </a:spcAft>
              <a:defRPr sz="2000"/>
            </a:pPr>
            <a:r>
              <a:t>Status and priority filters organize the task list.</a:t>
            </a:r>
          </a:p>
          <a:p>
            <a:pPr>
              <a:spcAft>
                <a:spcPts val="1000"/>
              </a:spcAft>
              <a:defRPr sz="2000"/>
            </a:pPr>
            <a:r>
              <a:t>Task actions support edit, delete, and status updates.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Testing Performed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Registration and login</a:t>
            </a:r>
          </a:p>
          <a:p>
            <a:pPr>
              <a:spcAft>
                <a:spcPts val="1000"/>
              </a:spcAft>
              <a:defRPr sz="2000"/>
            </a:pPr>
            <a:r>
              <a:t>JWT authentication and protected APIs</a:t>
            </a:r>
          </a:p>
          <a:p>
            <a:pPr>
              <a:spcAft>
                <a:spcPts val="1000"/>
              </a:spcAft>
              <a:defRPr sz="2000"/>
            </a:pPr>
            <a:r>
              <a:t>Task creation and retrieval</a:t>
            </a:r>
          </a:p>
          <a:p>
            <a:pPr>
              <a:spcAft>
                <a:spcPts val="1000"/>
              </a:spcAft>
              <a:defRPr sz="2000"/>
            </a:pPr>
            <a:r>
              <a:t>Task editing and deletion</a:t>
            </a:r>
          </a:p>
          <a:p>
            <a:pPr>
              <a:spcAft>
                <a:spcPts val="1000"/>
              </a:spcAft>
              <a:defRPr sz="2000"/>
            </a:pPr>
            <a:r>
              <a:t>Pending / Completed status update</a:t>
            </a:r>
          </a:p>
          <a:p>
            <a:pPr>
              <a:spcAft>
                <a:spcPts val="1000"/>
              </a:spcAft>
              <a:defRPr sz="2000"/>
            </a:pPr>
            <a:r>
              <a:t>Search and filtering</a:t>
            </a:r>
          </a:p>
          <a:p>
            <a:pPr>
              <a:spcAft>
                <a:spcPts val="1000"/>
              </a:spcAft>
              <a:defRPr sz="2000"/>
            </a:pPr>
            <a:r>
              <a:t>Dashboard counters and progress summary</a:t>
            </a:r>
          </a:p>
          <a:p>
            <a:pPr>
              <a:spcAft>
                <a:spcPts val="1000"/>
              </a:spcAft>
              <a:defRPr sz="2000"/>
            </a:pPr>
            <a:r>
              <a:t>Logout, re-login, and task persistence</a:t>
            </a:r>
          </a:p>
          <a:p>
            <a:pPr>
              <a:spcAft>
                <a:spcPts val="1000"/>
              </a:spcAft>
              <a:defRPr sz="2000"/>
            </a:pPr>
            <a:r>
              <a:t>API testing with Thunder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Responsive Design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Responsive layouts adapt authentication pages, dashboard cards, filters, task cards, and buttons to smaller screens.</a:t>
            </a:r>
          </a:p>
          <a:p>
            <a:pPr>
              <a:spcAft>
                <a:spcPts val="1000"/>
              </a:spcAft>
              <a:defRPr sz="2000"/>
            </a:pPr>
            <a:r>
              <a:t>Passwords are hashed using bcryptjs.</a:t>
            </a:r>
          </a:p>
          <a:p>
            <a:pPr>
              <a:spcAft>
                <a:spcPts val="1000"/>
              </a:spcAft>
              <a:defRPr sz="2000"/>
            </a:pPr>
            <a:r>
              <a:t>JWT protects task APIs.</a:t>
            </a:r>
          </a:p>
          <a:p>
            <a:pPr>
              <a:spcAft>
                <a:spcPts val="1000"/>
              </a:spcAft>
              <a:defRPr sz="2000"/>
            </a:pPr>
            <a:r>
              <a:t>Users can access only their own tasks.</a:t>
            </a:r>
          </a:p>
          <a:p>
            <a:pPr>
              <a:spcAft>
                <a:spcPts val="1000"/>
              </a:spcAft>
              <a:defRPr sz="2000"/>
            </a:pPr>
            <a:r>
              <a:t>Database credentials are stored in environment variables.</a:t>
            </a:r>
          </a:p>
          <a:p>
            <a:pPr>
              <a:spcAft>
                <a:spcPts val="1000"/>
              </a:spcAft>
              <a:defRPr sz="2000"/>
            </a:pPr>
            <a:r>
              <a:t>.env is excluded from GitHub using .gitignore.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Application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Login Screen</a:t>
            </a:r>
          </a:p>
          <a:p>
            <a:pPr>
              <a:spcAft>
                <a:spcPts val="1000"/>
              </a:spcAft>
              <a:defRPr sz="1800"/>
            </a:pPr>
            <a:r>
              <a:t>Registration Screen</a:t>
            </a:r>
          </a:p>
          <a:p>
            <a:pPr>
              <a:spcAft>
                <a:spcPts val="1000"/>
              </a:spcAft>
              <a:defRPr sz="1800"/>
            </a:pPr>
            <a:r>
              <a:t>Dashboard</a:t>
            </a:r>
          </a:p>
          <a:p>
            <a:pPr>
              <a:spcAft>
                <a:spcPts val="1000"/>
              </a:spcAft>
              <a:defRPr sz="1800"/>
            </a:pPr>
            <a:r>
              <a:t>Add Task</a:t>
            </a:r>
          </a:p>
          <a:p>
            <a:pPr>
              <a:spcAft>
                <a:spcPts val="1000"/>
              </a:spcAft>
              <a:defRPr sz="1800"/>
            </a:pPr>
            <a:r>
              <a:t>Task List</a:t>
            </a:r>
          </a:p>
          <a:p>
            <a:pPr>
              <a:spcAft>
                <a:spcPts val="1000"/>
              </a:spcAft>
              <a:defRPr sz="1800"/>
            </a:pPr>
            <a:r>
              <a:t>Status Update</a:t>
            </a:r>
          </a:p>
          <a:p>
            <a:pPr>
              <a:spcAft>
                <a:spcPts val="1000"/>
              </a:spcAft>
              <a:defRPr sz="1800"/>
            </a:pPr>
            <a:r>
              <a:t>Search &amp; Filter</a:t>
            </a:r>
          </a:p>
          <a:p>
            <a:pPr>
              <a:spcAft>
                <a:spcPts val="1000"/>
              </a:spcAft>
              <a:defRPr sz="1800"/>
            </a:pPr>
            <a:r>
              <a:t>Mobile Responsive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/>
            </a:pPr>
            <a:r>
              <a:t>Screenshots are included in the project</a:t>
            </a:r>
            <a:br/>
            <a:r>
              <a:t>submission under the screenshots/ folder.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Email task reminders</a:t>
            </a:r>
          </a:p>
          <a:p>
            <a:pPr>
              <a:spcAft>
                <a:spcPts val="1000"/>
              </a:spcAft>
              <a:defRPr sz="2000"/>
            </a:pPr>
            <a:r>
              <a:t>Calendar integration</a:t>
            </a:r>
          </a:p>
          <a:p>
            <a:pPr>
              <a:spcAft>
                <a:spcPts val="1000"/>
              </a:spcAft>
              <a:defRPr sz="2000"/>
            </a:pPr>
            <a:r>
              <a:t>Advanced analytics</a:t>
            </a:r>
          </a:p>
          <a:p>
            <a:pPr>
              <a:spcAft>
                <a:spcPts val="1000"/>
              </a:spcAft>
              <a:defRPr sz="2000"/>
            </a:pPr>
            <a:r>
              <a:t>User profile management</a:t>
            </a:r>
          </a:p>
          <a:p>
            <a:pPr>
              <a:spcAft>
                <a:spcPts val="1000"/>
              </a:spcAft>
              <a:defRPr sz="2000"/>
            </a:pPr>
            <a:r>
              <a:t>Drag-and-drop task organization</a:t>
            </a:r>
          </a:p>
          <a:p>
            <a:pPr>
              <a:spcAft>
                <a:spcPts val="1000"/>
              </a:spcAft>
              <a:defRPr sz="2000"/>
            </a:pPr>
            <a:r>
              <a:t>Dark/light theme</a:t>
            </a:r>
          </a:p>
          <a:p>
            <a:pPr>
              <a:spcAft>
                <a:spcPts val="1000"/>
              </a:spcAft>
              <a:defRPr sz="2000"/>
            </a:pPr>
            <a:r>
              <a:t>Notifications</a:t>
            </a:r>
          </a:p>
          <a:p>
            <a:pPr>
              <a:spcAft>
                <a:spcPts val="1000"/>
              </a:spcAft>
              <a:defRPr sz="2000"/>
            </a:pPr>
            <a:r>
              <a:t>Cloud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TaskFlow demonstrates a complete database-backed full-stack application.</a:t>
            </a:r>
          </a:p>
          <a:p>
            <a:pPr>
              <a:spcAft>
                <a:spcPts val="1000"/>
              </a:spcAft>
              <a:defRPr sz="2000"/>
            </a:pPr>
            <a:r>
              <a:t>It integrates a responsive frontend, REST APIs, authentication, MongoDB, CRUD operations, search/filtering, and progress tracking.</a:t>
            </a:r>
          </a:p>
          <a:p>
            <a:pPr>
              <a:spcAft>
                <a:spcPts val="1000"/>
              </a:spcAft>
              <a:defRPr sz="2000"/>
            </a:pPr>
            <a:r>
              <a:t>The project provides practical experience in frontend development, server-side programming, database integration, API communication, authentication, and testing.</a:t>
            </a:r>
          </a:p>
          <a:p>
            <a:pPr>
              <a:spcAft>
                <a:spcPts val="1000"/>
              </a:spcAft>
              <a:defRPr sz="2000"/>
            </a:pPr>
            <a:r>
              <a:t>The application satisfies the core workflow expected for the Full Stack Development minor project.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92024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THANK YOU</a:t>
            </a:r>
          </a:p>
          <a:p>
            <a:pPr algn="ctr">
              <a:defRPr sz="2200"/>
            </a:pPr>
            <a:r>
              <a:t>TaskFlow – Full Stack Task Management Web Application</a:t>
            </a:r>
          </a:p>
          <a:p>
            <a:pPr algn="ctr">
              <a:defRPr sz="1800"/>
            </a:pPr>
            <a:r>
              <a:t>Krushna Manthalkar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16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1_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3.xml><?xml version="1.0" encoding="utf-8"?>
<a:theme xmlns:a="http://schemas.openxmlformats.org/drawingml/2006/main" name="2_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4.xml><?xml version="1.0" encoding="utf-8"?>
<a:theme xmlns:a="http://schemas.openxmlformats.org/drawingml/2006/main" name="3_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Override1.xml><?xml version="1.0" encoding="utf-8"?>
<a:themeOverride xmlns:a="http://schemas.openxmlformats.org/drawingml/2006/main">
  <a:clrScheme name="Blue Warm">
    <a:dk1>
      <a:sysClr val="windowText" lastClr="000000"/>
    </a:dk1>
    <a:lt1>
      <a:sysClr val="window" lastClr="FFFFFF"/>
    </a:lt1>
    <a:dk2>
      <a:srgbClr val="242852"/>
    </a:dk2>
    <a:lt2>
      <a:srgbClr val="ACCBF9"/>
    </a:lt2>
    <a:accent1>
      <a:srgbClr val="4A66AC"/>
    </a:accent1>
    <a:accent2>
      <a:srgbClr val="629DD1"/>
    </a:accent2>
    <a:accent3>
      <a:srgbClr val="297FD5"/>
    </a:accent3>
    <a:accent4>
      <a:srgbClr val="7F8FA9"/>
    </a:accent4>
    <a:accent5>
      <a:srgbClr val="5AA2AE"/>
    </a:accent5>
    <a:accent6>
      <a:srgbClr val="9D90A0"/>
    </a:accent6>
    <a:hlink>
      <a:srgbClr val="9454C3"/>
    </a:hlink>
    <a:folHlink>
      <a:srgbClr val="3EBBF0"/>
    </a:folHlink>
  </a:clrScheme>
</a:themeOverride>
</file>

<file path=ppt/theme/themeOverride2.xml><?xml version="1.0" encoding="utf-8"?>
<a:themeOverride xmlns:a="http://schemas.openxmlformats.org/drawingml/2006/main">
  <a:clrScheme name="Orange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3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ppt/theme/themeOverride4.xml><?xml version="1.0" encoding="utf-8"?>
<a:themeOverride xmlns:a="http://schemas.openxmlformats.org/drawingml/2006/main">
  <a:clrScheme name="Yellow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FCA08"/>
    </a:accent1>
    <a:accent2>
      <a:srgbClr val="F8931D"/>
    </a:accent2>
    <a:accent3>
      <a:srgbClr val="CE8D3E"/>
    </a:accent3>
    <a:accent4>
      <a:srgbClr val="EC7016"/>
    </a:accent4>
    <a:accent5>
      <a:srgbClr val="E64823"/>
    </a:accent5>
    <a:accent6>
      <a:srgbClr val="9C6A6A"/>
    </a:accent6>
    <a:hlink>
      <a:srgbClr val="2998E3"/>
    </a:hlink>
    <a:folHlink>
      <a:srgbClr val="7F723D"/>
    </a:folHlink>
  </a:clrScheme>
</a:themeOverride>
</file>

<file path=ppt/theme/themeOverride5.xml><?xml version="1.0" encoding="utf-8"?>
<a:themeOverride xmlns:a="http://schemas.openxmlformats.org/drawingml/2006/main">
  <a:clrScheme name="Violet II">
    <a:dk1>
      <a:sysClr val="windowText" lastClr="000000"/>
    </a:dk1>
    <a:lt1>
      <a:sysClr val="window" lastClr="FFFFFF"/>
    </a:lt1>
    <a:dk2>
      <a:srgbClr val="632E62"/>
    </a:dk2>
    <a:lt2>
      <a:srgbClr val="EAE5EB"/>
    </a:lt2>
    <a:accent1>
      <a:srgbClr val="92278F"/>
    </a:accent1>
    <a:accent2>
      <a:srgbClr val="9B57D3"/>
    </a:accent2>
    <a:accent3>
      <a:srgbClr val="755DD9"/>
    </a:accent3>
    <a:accent4>
      <a:srgbClr val="665EB8"/>
    </a:accent4>
    <a:accent5>
      <a:srgbClr val="45A5ED"/>
    </a:accent5>
    <a:accent6>
      <a:srgbClr val="5982DB"/>
    </a:accent6>
    <a:hlink>
      <a:srgbClr val="0066FF"/>
    </a:hlink>
    <a:folHlink>
      <a:srgbClr val="666699"/>
    </a:folHlink>
  </a:clrScheme>
</a:themeOverride>
</file>

<file path=ppt/theme/themeOverride6.xml><?xml version="1.0" encoding="utf-8"?>
<a:themeOverride xmlns:a="http://schemas.openxmlformats.org/drawingml/2006/main">
  <a:clrScheme name="Red Orange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</TotalTime>
  <Words>792</Words>
  <Application>Microsoft Office PowerPoint</Application>
  <PresentationFormat>Widescreen</PresentationFormat>
  <Paragraphs>129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Century Gothic</vt:lpstr>
      <vt:lpstr>Wingdings 3</vt:lpstr>
      <vt:lpstr>Ion</vt:lpstr>
      <vt:lpstr>1_Ion</vt:lpstr>
      <vt:lpstr>2_Ion</vt:lpstr>
      <vt:lpstr>3_Ion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Krushna Manthalkar</cp:lastModifiedBy>
  <cp:revision>2</cp:revision>
  <dcterms:created xsi:type="dcterms:W3CDTF">2013-01-27T09:14:16Z</dcterms:created>
  <dcterms:modified xsi:type="dcterms:W3CDTF">2026-09-16T11:55:32Z</dcterms:modified>
  <cp:category/>
</cp:coreProperties>
</file>